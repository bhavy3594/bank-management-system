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Bank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BCA Project Presentation</a:t>
            </a:r>
          </a:p>
          <a:p>
            <a:r>
              <a:t>Academic Year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Synopsis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Objective: Simulate ATM transactions using Java.</a:t>
            </a:r>
          </a:p>
          <a:p>
            <a:r>
              <a:t>Summary: Java Swing GUI + JDBC backend; modules include Login, Signup,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Preamble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ATM provides self-service for banking functions.</a:t>
            </a:r>
          </a:p>
          <a:p>
            <a:r>
              <a:t>Simulates card entry, PIN validation, and financial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Login &amp; Signup: User authentication and registration.</a:t>
            </a:r>
          </a:p>
          <a:p>
            <a:r>
              <a:t>Deposit: Add funds to account.</a:t>
            </a:r>
          </a:p>
          <a:p>
            <a:r>
              <a:t>Withdraw &amp; Fast Cash: Cash withdrawal with validation.</a:t>
            </a:r>
          </a:p>
          <a:p>
            <a:r>
              <a:t>Balance Enquiry: Check current balance.</a:t>
            </a:r>
          </a:p>
          <a:p>
            <a:r>
              <a:t>Mini Statement: View recent transactions.</a:t>
            </a:r>
          </a:p>
          <a:p>
            <a:r>
              <a:t>PIN Change: Update security PIN.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Hardware: Standard PC, 4GB+ RAM.</a:t>
            </a:r>
          </a:p>
          <a:p>
            <a:r>
              <a:t>Software: Java, NetBeans, MySQL, JDBC.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Start → Insert Card → Validate PIN → Choose Transaction → Process → 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 (DFD)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Shows data movement: User → ATM → Database → Result back to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Customer performs: Login, Deposit, Withdraw, Balance Enquiry, PIN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User sends request → ATM validates → Processes → Responds →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Classes: Account, Transaction, ATM; Attributes: accountNo, balance, pin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Activities flow through swimlanes: User → ATM → Bank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Tables: user_details, transaction_log</a:t>
            </a:r>
          </a:p>
          <a:p>
            <a:r>
              <a:t>Relations: One-to-many between Account and Transactions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Design and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Swing UI: JFrame, JButton, JTextField</a:t>
            </a:r>
          </a:p>
          <a:p>
            <a:r>
              <a:t>Code in Java classes per screen; JDBC for DB 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System replicates ATM workflow successfully using Java.</a:t>
            </a:r>
          </a:p>
          <a:p>
            <a:r>
              <a:t>Achieves core banking functions with proper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During SIP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Java GUI development, Database interaction, System Design, UML Diagrams.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GeeksforGeeks, Oracle Docs, Kashipara, Visual Paradigm, Lucidchart, GitHub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A_collection_of_five_system_diagrams_commonly_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12" y="1425012"/>
            <a:ext cx="8313175" cy="472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314</Words>
  <Application>Microsoft Office PowerPoint</Application>
  <PresentationFormat>On-screen Show (4:3)</PresentationFormat>
  <Paragraphs>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Bank Management System</vt:lpstr>
      <vt:lpstr>Synopsis</vt:lpstr>
      <vt:lpstr>Preamble – Introduction</vt:lpstr>
      <vt:lpstr>Modules</vt:lpstr>
      <vt:lpstr>Technical Description</vt:lpstr>
      <vt:lpstr>Flowchart</vt:lpstr>
      <vt:lpstr>Data Flow Diagram (DFD)</vt:lpstr>
      <vt:lpstr>Use Case Diagram</vt:lpstr>
      <vt:lpstr>Sequence Diagram</vt:lpstr>
      <vt:lpstr>Class Diagram</vt:lpstr>
      <vt:lpstr>Activity Diagram</vt:lpstr>
      <vt:lpstr>Database Design</vt:lpstr>
      <vt:lpstr>Screen Design and Coding</vt:lpstr>
      <vt:lpstr>Conclusion</vt:lpstr>
      <vt:lpstr>Learning During SIP</vt:lpstr>
      <vt:lpstr>Bibliography</vt:lpstr>
      <vt:lpstr>System Design Diagrams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vekariya alvi</cp:lastModifiedBy>
  <cp:revision>2</cp:revision>
  <dcterms:created xsi:type="dcterms:W3CDTF">2013-01-27T09:14:16Z</dcterms:created>
  <dcterms:modified xsi:type="dcterms:W3CDTF">2025-06-08T05:17:32Z</dcterms:modified>
  <cp:category/>
</cp:coreProperties>
</file>